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F07800"/>
          </a:solidFill>
          <a:ln/>
        </p:spPr>
      </p:sp>
      <p:sp>
        <p:nvSpPr>
          <p:cNvPr id="3" name="Shape 1"/>
          <p:cNvSpPr/>
          <p:nvPr/>
        </p:nvSpPr>
        <p:spPr>
          <a:xfrm>
            <a:off x="2606040" y="23774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60604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THIẾT BỊ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468880" y="5806440"/>
            <a:ext cx="1920240" cy="54864"/>
          </a:xfrm>
          <a:prstGeom prst="rect">
            <a:avLst/>
          </a:prstGeom>
          <a:solidFill>
            <a:srgbClr val="F07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035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Khí tượng Thủy văn và Hải dương học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7406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QUÉT QR ĐỂ MƯỢN / TRẢ THIẾT BỊ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1338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ĐHKHTN  •  ĐHQGHN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F078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1945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 •  XEM  •  MƯỢN  •  TRẢ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 chỉ với chiếc điện thoại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93776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B4E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2120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hỗ trợ?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5852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CB phụ trách bộ môn
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được hướng dẫn và phê duyệt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0424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KTTV&amp;HDH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0927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ĐHKHTN  •  ĐHQGHN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2026-06-03T15:51:42Z</dcterms:created>
  <dcterms:modified xsi:type="dcterms:W3CDTF">2026-06-03T15:51:42Z</dcterms:modified>
</cp:coreProperties>
</file>